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A7535-DDE0-6F04-054A-EFB6E1590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077CA0-FC43-2020-F9C7-E94B87811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460300-F4EC-B827-B5B9-D6582CE8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B3397D-8512-F8E9-EB91-EFA5E03E7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69573-3A9B-3B49-773E-1CEDED6B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86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EFB2F-5E68-D5C7-A42F-17897ABD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212CBB-7826-F0C9-7EC1-DCBCA2E31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EC02E7-7D8D-B48A-7658-090F8A420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B84EE1-5926-F8CA-E7BE-F50AB226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588B2C-2D4F-3A8E-2A67-D412B3392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8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F51B5-C556-D4A4-E7D9-6EC8C2C7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0F523B-CAEC-CDC9-1968-0B22D29A5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FAE217-D4DC-EA97-E52A-9671C9B7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4E5481-0AD3-2F39-4C06-21CC6989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BB07D1-8297-6A0F-89BF-142F868C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5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C81E1-D9CA-F2DA-FBE5-DCED4935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9D8C6D-9DD8-DD87-F71F-6EDCDECD8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2EAD52-0178-5AD6-0F07-8B29F86C8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13FF54-DE23-45B4-BBB9-676ED0D72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4FDB02-953C-7C15-795B-86252917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536EB0-C9B4-031C-4795-966FC7035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3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1BF63-258D-E9CD-AF52-47F259B9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1219DA-FD94-ECAD-210B-934002CD2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BAD4D0-CD61-C6B6-51C4-F9BA2BFE24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8B3C5F-517D-8189-B3FB-F850B9DC7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0D746D-9D0C-FC3A-8A99-1CBFD133D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040345-C880-FEAD-00DF-8C7F3A47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9AAF3B-44EA-21A4-8EA6-DA9F0C91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387E10-8204-FA47-5E09-8BAE55D5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6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B1F8A-157E-B757-782B-F027FDA9E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261ACD-B983-E80C-8C12-C55282EB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9191F9-0D9A-F699-820E-384AC1BB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EBF114A-7B5E-B7AF-E67A-B60E06C6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3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0FE943E-FBF0-4BF1-7A66-735D98484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6FDD396-1A4F-9FC3-5E4D-D488E0D8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F9823B-E610-9FA1-6D2E-117485F9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1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2EA0D-ABCF-1228-98D4-ACDF35803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266C2D-7B32-F426-FACA-709982DC0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D65967-0147-568D-241E-CCE7FD55A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34A332-67B2-1312-DD5C-A28AA282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FD4D73-1FF0-BE4F-9857-B10EA118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59A438-CC8A-DE8B-06C7-1A97E32E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86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255AB-0C32-449C-B434-848C69DDE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A89EE3-D999-0D69-784D-376EE5C83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00B60C-1B7C-1069-9608-718C1E808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FB26A7-F648-32F5-55F6-F151C0A8B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C3F095-84BB-9401-8F57-3F0007B3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2CE04E-0B56-426F-86ED-D1396762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3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09693-F9C5-402D-CA21-F6D59C67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6D8C31-D17D-B040-23B5-DCD778B81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1E303F-1042-9D0D-613A-A7A73280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5BAA66-7C4C-24FB-A298-2A7633E7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FE28C2-AFEA-2639-BACF-D2D4D9EE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6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23B1B3-762C-047C-3302-D453911E3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0E2F55-0B8D-3F42-B8D7-C24F65EAF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394E0A-6DD2-96D3-A0E5-6FED5E75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4D1B75-F991-2EB6-25C0-CB23AE39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DB8C83-E2D8-B109-9D54-CD13A4F8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2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80C36E9-7045-F545-CB42-EACA729E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6D3832-0090-F026-0070-5D64E2C8C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4887AE-B760-837C-9A22-59D467A46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E4384-6F4A-43BE-B3B9-C0FD6025B44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078B07-3AEB-8EC7-4683-07CF25F4F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FA705-746F-4B9A-7ED1-8A6CE5B5C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864F6-18CB-4C8C-9EEB-CB4F82BE12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B64C02-6289-7EE4-E355-E472B2ACB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CO" sz="4800" noProof="0" dirty="0" err="1">
                <a:solidFill>
                  <a:srgbClr val="FFFFFF"/>
                </a:solidFill>
              </a:rPr>
              <a:t>Orbitra</a:t>
            </a:r>
            <a:endParaRPr lang="es-CO" sz="4800" noProof="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594AB8-2C28-B110-1F69-405018001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4336685" cy="1458258"/>
          </a:xfrm>
        </p:spPr>
        <p:txBody>
          <a:bodyPr anchor="ctr">
            <a:normAutofit/>
          </a:bodyPr>
          <a:lstStyle/>
          <a:p>
            <a:pPr algn="l"/>
            <a:r>
              <a:rPr lang="es-CO" noProof="0" dirty="0"/>
              <a:t>Práctica 3</a:t>
            </a:r>
            <a:br>
              <a:rPr lang="es-CO" noProof="0" dirty="0"/>
            </a:br>
            <a:r>
              <a:rPr lang="es-CO" noProof="0" dirty="0"/>
              <a:t>Publicación aplicación web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7B03F759-F408-E638-2CB4-9EFAEE9FDF49}"/>
              </a:ext>
            </a:extLst>
          </p:cNvPr>
          <p:cNvSpPr txBox="1">
            <a:spLocks/>
          </p:cNvSpPr>
          <p:nvPr/>
        </p:nvSpPr>
        <p:spPr>
          <a:xfrm>
            <a:off x="6686055" y="4870824"/>
            <a:ext cx="4682532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 sz="2000" dirty="0"/>
              <a:t>JESSICA JOHANNA OBANDO GARCIA</a:t>
            </a:r>
          </a:p>
          <a:p>
            <a:pPr algn="l"/>
            <a:r>
              <a:rPr lang="es-CO" sz="2000" dirty="0"/>
              <a:t>MATEO GONZALEZ ESCUDERO</a:t>
            </a:r>
          </a:p>
          <a:p>
            <a:pPr algn="l"/>
            <a:r>
              <a:rPr lang="es-CO" sz="2000" dirty="0"/>
              <a:t>LUKAS JIMENEZ BUENO</a:t>
            </a:r>
          </a:p>
          <a:p>
            <a:pPr algn="l"/>
            <a:r>
              <a:rPr lang="es-CO" sz="2000" dirty="0"/>
              <a:t>JUAN DAVID ALVAREZ RAMIREZ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514065F-B270-5F60-D211-7F50452B2905}"/>
              </a:ext>
            </a:extLst>
          </p:cNvPr>
          <p:cNvSpPr txBox="1">
            <a:spLocks/>
          </p:cNvSpPr>
          <p:nvPr/>
        </p:nvSpPr>
        <p:spPr>
          <a:xfrm>
            <a:off x="1350682" y="4870824"/>
            <a:ext cx="10005951" cy="1458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O"/>
              <a:t>Práctica 3</a:t>
            </a:r>
            <a:br>
              <a:rPr lang="es-CO"/>
            </a:br>
            <a:r>
              <a:rPr lang="es-CO"/>
              <a:t>Publicación aplicación web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626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086EA3-CE2E-A23B-4E41-FA2585369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4000" noProof="0" dirty="0" err="1">
                <a:solidFill>
                  <a:srgbClr val="FFFFFF"/>
                </a:solidFill>
              </a:rPr>
              <a:t>Orbitra</a:t>
            </a:r>
            <a:endParaRPr lang="es-CO" sz="4000" noProof="0" dirty="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5D69A6-E5E3-6D90-2C57-8A7E19EAF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8587" y="387224"/>
            <a:ext cx="3584760" cy="83045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s-CO" sz="1800" noProof="0" dirty="0">
                <a:solidFill>
                  <a:srgbClr val="FFFFFF"/>
                </a:solidFill>
              </a:rPr>
              <a:t>Aplicación web creada con </a:t>
            </a:r>
            <a:r>
              <a:rPr lang="es-CO" sz="1800" noProof="0" dirty="0" err="1">
                <a:solidFill>
                  <a:srgbClr val="FFFFFF"/>
                </a:solidFill>
              </a:rPr>
              <a:t>React</a:t>
            </a:r>
            <a:br>
              <a:rPr lang="es-CO" sz="1800" noProof="0" dirty="0">
                <a:solidFill>
                  <a:srgbClr val="FFFFFF"/>
                </a:solidFill>
              </a:rPr>
            </a:br>
            <a:r>
              <a:rPr lang="es-CO" sz="1800" noProof="0" dirty="0">
                <a:solidFill>
                  <a:srgbClr val="FFFFFF"/>
                </a:solidFill>
              </a:rPr>
              <a:t>se muestra ejecución de la app en local utilizando </a:t>
            </a:r>
            <a:r>
              <a:rPr lang="es-CO" sz="1800" noProof="0" dirty="0" err="1">
                <a:solidFill>
                  <a:srgbClr val="FFFFFF"/>
                </a:solidFill>
              </a:rPr>
              <a:t>npm</a:t>
            </a:r>
            <a:r>
              <a:rPr lang="es-CO" sz="1800" noProof="0" dirty="0">
                <a:solidFill>
                  <a:srgbClr val="FFFFFF"/>
                </a:solidFill>
              </a:rPr>
              <a:t> run</a:t>
            </a:r>
            <a:br>
              <a:rPr lang="es-CO" sz="1800" noProof="0" dirty="0">
                <a:solidFill>
                  <a:srgbClr val="FFFFFF"/>
                </a:solidFill>
              </a:rPr>
            </a:br>
            <a:endParaRPr lang="es-CO" sz="1800" noProof="0" dirty="0">
              <a:solidFill>
                <a:srgbClr val="FFFFFF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D25E94-2EAF-33C6-3CE8-B52D0935D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762781"/>
            <a:ext cx="5131088" cy="28349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AFB0B4F-FE87-9782-2A06-C45706EB6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497817"/>
            <a:ext cx="5131087" cy="343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70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F5E819CD-2335-FACD-4368-F44AACF88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 fontScale="90000"/>
          </a:bodyPr>
          <a:lstStyle/>
          <a:p>
            <a:r>
              <a:rPr lang="es-CO" sz="3600" noProof="0" dirty="0">
                <a:solidFill>
                  <a:schemeClr val="bg1"/>
                </a:solidFill>
              </a:rPr>
              <a:t>Se crea la app pool, con el comando </a:t>
            </a:r>
            <a:r>
              <a:rPr lang="es-CO" sz="3600" noProof="0" dirty="0" err="1">
                <a:solidFill>
                  <a:schemeClr val="bg1"/>
                </a:solidFill>
              </a:rPr>
              <a:t>npm</a:t>
            </a:r>
            <a:r>
              <a:rPr lang="es-CO" sz="3600" noProof="0" dirty="0">
                <a:solidFill>
                  <a:schemeClr val="bg1"/>
                </a:solidFill>
              </a:rPr>
              <a:t> run </a:t>
            </a:r>
            <a:r>
              <a:rPr lang="es-CO" sz="3600" noProof="0" dirty="0" err="1">
                <a:solidFill>
                  <a:schemeClr val="bg1"/>
                </a:solidFill>
              </a:rPr>
              <a:t>buidl</a:t>
            </a:r>
            <a:r>
              <a:rPr lang="es-CO" sz="3600" noProof="0" dirty="0">
                <a:solidFill>
                  <a:schemeClr val="bg1"/>
                </a:solidFill>
              </a:rPr>
              <a:t>, lo que nos crea la carpeta “</a:t>
            </a:r>
            <a:r>
              <a:rPr lang="es-CO" sz="3600" noProof="0" dirty="0" err="1">
                <a:solidFill>
                  <a:schemeClr val="bg1"/>
                </a:solidFill>
              </a:rPr>
              <a:t>dist</a:t>
            </a:r>
            <a:r>
              <a:rPr lang="es-CO" sz="3600" noProof="0" dirty="0">
                <a:solidFill>
                  <a:schemeClr val="bg1"/>
                </a:solidFill>
              </a:rPr>
              <a:t>”</a:t>
            </a:r>
            <a:br>
              <a:rPr lang="es-CO" sz="4000" noProof="0" dirty="0">
                <a:solidFill>
                  <a:schemeClr val="bg1"/>
                </a:solidFill>
              </a:rPr>
            </a:b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1939F9-FFCF-87D2-4DEF-431648D60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34" y="1887146"/>
            <a:ext cx="4165033" cy="21330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8FFE60B-2386-2065-1C41-8DA9FFFA7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044" y="3156984"/>
            <a:ext cx="2426674" cy="213300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B1CEACB-2285-1A2A-FCED-EFD29D028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235" y="3429000"/>
            <a:ext cx="3736288" cy="176539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45B4F0-A211-D09D-42D1-D219F7F7D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032" y="5624486"/>
            <a:ext cx="6085648" cy="685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3200" dirty="0"/>
              <a:t>Se creo el sitio en el IIS manager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5175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6E01D5-5C21-9D7B-DDDA-C365BFBBA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652"/>
            <a:ext cx="5323715" cy="1642970"/>
          </a:xfrm>
        </p:spPr>
        <p:txBody>
          <a:bodyPr anchor="b">
            <a:normAutofit fontScale="90000"/>
          </a:bodyPr>
          <a:lstStyle/>
          <a:p>
            <a:r>
              <a:rPr lang="es-CO" sz="4000" noProof="0" dirty="0"/>
              <a:t>Utilizamos el puerto 8081 y la pagina de bienvenida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F613567-CE1D-032F-D8B0-137E015AB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91" y="2116833"/>
            <a:ext cx="5076824" cy="4239147"/>
          </a:xfrm>
          <a:prstGeom prst="rect">
            <a:avLst/>
          </a:prstGeom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580306D-CB7C-8D1A-A05F-2C0F4B410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2723" y="1080598"/>
            <a:ext cx="5626504" cy="4239147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F19F31B-0AE4-960B-68E5-6C5C55C18570}"/>
              </a:ext>
            </a:extLst>
          </p:cNvPr>
          <p:cNvSpPr txBox="1">
            <a:spLocks/>
          </p:cNvSpPr>
          <p:nvPr/>
        </p:nvSpPr>
        <p:spPr>
          <a:xfrm>
            <a:off x="8799149" y="4933843"/>
            <a:ext cx="3308678" cy="16429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 noProof="0" dirty="0">
                <a:solidFill>
                  <a:schemeClr val="bg1"/>
                </a:solidFill>
              </a:rPr>
              <a:t>Visualizamos el calendario</a:t>
            </a:r>
          </a:p>
        </p:txBody>
      </p:sp>
    </p:spTree>
    <p:extLst>
      <p:ext uri="{BB962C8B-B14F-4D97-AF65-F5344CB8AC3E}">
        <p14:creationId xmlns:p14="http://schemas.microsoft.com/office/powerpoint/2010/main" val="278816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53D676-1489-9584-1DB8-78437D3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5" y="2501549"/>
            <a:ext cx="3564752" cy="33374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 crea la app con</a:t>
            </a:r>
            <a:br>
              <a:rPr lang="es-CO" sz="2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s-CO" sz="2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Azure App Service: </a:t>
            </a:r>
            <a:r>
              <a:rPr lang="es-CO" sz="22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</a:t>
            </a:r>
            <a:r>
              <a:rPr lang="es-CO" sz="2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New Web App</a:t>
            </a:r>
            <a:br>
              <a:rPr lang="es-CO" sz="2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s-CO" sz="2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genero error y solicito hacer la suscripción a </a:t>
            </a:r>
            <a:r>
              <a:rPr lang="es-CO" sz="22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Microsoft.OperationalInsight</a:t>
            </a:r>
            <a:r>
              <a:rPr lang="es-CO" sz="2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se realiza la suscripción desde la Plataforma de </a:t>
            </a:r>
            <a:r>
              <a:rPr lang="es-CO" sz="2200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azure</a:t>
            </a:r>
            <a:r>
              <a:rPr lang="es-CO" sz="22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ED2A1F0-3D8F-BF46-7A08-DC98E33EC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79986"/>
            <a:ext cx="7225748" cy="449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41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C99FFB-077C-A377-5945-C23D6DC6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Permitiendo crear la app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D09CAA8-6E6D-463A-B42B-36493A359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691473"/>
            <a:ext cx="11327549" cy="30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3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62DB73-6445-8E8F-8C80-269F8F17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Configuracion de la variable de entorno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FDF705-2AB3-9AB0-3408-3704B3117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3411168"/>
            <a:ext cx="5131088" cy="1538152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10B3BB8-9531-E76E-2849-306DE3F16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45165" y="2703060"/>
            <a:ext cx="5131087" cy="302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0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77C8BB-F98B-C545-BA8E-08B325D7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Activamos HTTPS: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3570785-5F87-2A99-BC40-8059A5A19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487080"/>
            <a:ext cx="7225748" cy="388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59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BAEF88-5D19-8B91-E3E6-099AB0F14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Hacemos el despliegue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C4ECBCB-021B-CBFF-F82C-B55C5FEA9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332" y="1966293"/>
            <a:ext cx="927533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23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D1B9DB-03DD-91DC-D661-915065C8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639" y="561203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Abrimos el dominio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92ED516-444C-62DB-8D08-BC14D1ECC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50" y="2363251"/>
            <a:ext cx="4481866" cy="2767551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256BE98-E923-8936-1DB6-449386800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282" y="2886841"/>
            <a:ext cx="6450182" cy="156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0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C45AC87-1D03-4452-BBE4-712E1079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3A66E38-056D-4A0A-BF1D-682AB0529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080500" y="6"/>
            <a:ext cx="31114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D0A197-F7EC-4629-86FB-48D5D3B82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"/>
            <a:ext cx="12192000" cy="2835780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7251444-A29D-44A8-9E2E-263F0C215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26042" y="9496"/>
            <a:ext cx="11765956" cy="2826288"/>
          </a:xfrm>
          <a:prstGeom prst="rect">
            <a:avLst/>
          </a:prstGeom>
          <a:gradFill>
            <a:gsLst>
              <a:gs pos="0">
                <a:srgbClr val="000000">
                  <a:alpha val="8000"/>
                </a:srgbClr>
              </a:gs>
              <a:gs pos="76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916B6A-6346-84DE-4592-305EB233D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062" y="183058"/>
            <a:ext cx="9448801" cy="1047132"/>
          </a:xfrm>
        </p:spPr>
        <p:txBody>
          <a:bodyPr anchor="ctr">
            <a:normAutofit/>
          </a:bodyPr>
          <a:lstStyle/>
          <a:p>
            <a:r>
              <a:rPr lang="es-CO" sz="4000" dirty="0">
                <a:solidFill>
                  <a:srgbClr val="FFFFFF"/>
                </a:solidFill>
              </a:rPr>
              <a:t>Galeria 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D6E654-F0E6-CE51-77B5-F1D55E1877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47" b="-4"/>
          <a:stretch>
            <a:fillRect/>
          </a:stretch>
        </p:blipFill>
        <p:spPr>
          <a:xfrm>
            <a:off x="1327494" y="1023562"/>
            <a:ext cx="3260788" cy="3260788"/>
          </a:xfrm>
          <a:custGeom>
            <a:avLst/>
            <a:gdLst/>
            <a:ahLst/>
            <a:cxnLst/>
            <a:rect l="l" t="t" r="r" b="b"/>
            <a:pathLst>
              <a:path w="2593464" h="2593464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7C3587B-ED82-B8F3-C5C0-5E94E8FEE5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01" b="1"/>
          <a:stretch>
            <a:fillRect/>
          </a:stretch>
        </p:blipFill>
        <p:spPr>
          <a:xfrm>
            <a:off x="4765651" y="1023562"/>
            <a:ext cx="3260788" cy="3260788"/>
          </a:xfrm>
          <a:custGeom>
            <a:avLst/>
            <a:gdLst/>
            <a:ahLst/>
            <a:cxnLst/>
            <a:rect l="l" t="t" r="r" b="b"/>
            <a:pathLst>
              <a:path w="2593464" h="2593464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D9293D-6910-1E28-4EFC-91B336DA4B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46" r="-2" b="452"/>
          <a:stretch>
            <a:fillRect/>
          </a:stretch>
        </p:blipFill>
        <p:spPr>
          <a:xfrm>
            <a:off x="8203809" y="1023562"/>
            <a:ext cx="3260787" cy="3260787"/>
          </a:xfrm>
          <a:custGeom>
            <a:avLst/>
            <a:gdLst/>
            <a:ahLst/>
            <a:cxnLst/>
            <a:rect l="l" t="t" r="r" b="b"/>
            <a:pathLst>
              <a:path w="2593464" h="2593464">
                <a:moveTo>
                  <a:pt x="1296732" y="0"/>
                </a:moveTo>
                <a:cubicBezTo>
                  <a:pt x="2012897" y="0"/>
                  <a:pt x="2593464" y="580567"/>
                  <a:pt x="2593464" y="1296732"/>
                </a:cubicBezTo>
                <a:cubicBezTo>
                  <a:pt x="2593464" y="2012897"/>
                  <a:pt x="2012897" y="2593464"/>
                  <a:pt x="1296732" y="2593464"/>
                </a:cubicBezTo>
                <a:cubicBezTo>
                  <a:pt x="580567" y="2593464"/>
                  <a:pt x="0" y="2012897"/>
                  <a:pt x="0" y="1296732"/>
                </a:cubicBezTo>
                <a:cubicBezTo>
                  <a:pt x="0" y="580567"/>
                  <a:pt x="580567" y="0"/>
                  <a:pt x="1296732" y="0"/>
                </a:cubicBezTo>
                <a:close/>
              </a:path>
            </a:pathLst>
          </a:cu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5929BAB-2AA2-1F6A-C8D1-1DE9479C8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708" y="4472578"/>
            <a:ext cx="6054623" cy="2197192"/>
          </a:xfrm>
          <a:prstGeom prst="roundRect">
            <a:avLst>
              <a:gd name="adj" fmla="val 4674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105573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145</Words>
  <Application>Microsoft Office PowerPoint</Application>
  <PresentationFormat>Panorámica</PresentationFormat>
  <Paragraphs>20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Orbitra</vt:lpstr>
      <vt:lpstr>Orbitra</vt:lpstr>
      <vt:lpstr>Se crea la app pool, con el comando npm run buidl, lo que nos crea la carpeta “dist” </vt:lpstr>
      <vt:lpstr>Utilizamos el puerto 8081 y la pagina de bienvenida</vt:lpstr>
      <vt:lpstr>Se crea la app con Azure App Service: Create New Web App genero error y solicito hacer la suscripción a Microsoft.OperationalInsight, se realiza la suscripción desde la Plataforma de azure </vt:lpstr>
      <vt:lpstr>Permitiendo crear la app</vt:lpstr>
      <vt:lpstr>Configuracion de la variable de entorno </vt:lpstr>
      <vt:lpstr>Activamos HTTPS:</vt:lpstr>
      <vt:lpstr>Hacemos el despliegue</vt:lpstr>
      <vt:lpstr>Abrimos el dominio</vt:lpstr>
      <vt:lpstr>Galeria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JIMENEZ BUENO</dc:creator>
  <cp:lastModifiedBy>LUKAS JIMENEZ BUENO</cp:lastModifiedBy>
  <cp:revision>2</cp:revision>
  <dcterms:created xsi:type="dcterms:W3CDTF">2026-04-23T01:21:59Z</dcterms:created>
  <dcterms:modified xsi:type="dcterms:W3CDTF">2026-04-23T03:57:08Z</dcterms:modified>
</cp:coreProperties>
</file>